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2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1" autoAdjust="0"/>
    <p:restoredTop sz="75347" autoAdjust="0"/>
  </p:normalViewPr>
  <p:slideViewPr>
    <p:cSldViewPr snapToGrid="0">
      <p:cViewPr varScale="1">
        <p:scale>
          <a:sx n="86" d="100"/>
          <a:sy n="86" d="100"/>
        </p:scale>
        <p:origin x="112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17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C562A-171B-4322-91A6-5A435E5141CE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F131E-E43D-44B8-AEE2-076F632943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26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팀 사이트 구성계획 </a:t>
            </a:r>
            <a:r>
              <a:rPr lang="ko-KR" altLang="en-US" dirty="0" err="1"/>
              <a:t>윳팀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279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팀 페이지 구성계획은</a:t>
            </a:r>
            <a:endParaRPr lang="en-US" altLang="ko-KR" dirty="0"/>
          </a:p>
          <a:p>
            <a:r>
              <a:rPr lang="ko-KR" altLang="en-US" dirty="0" err="1"/>
              <a:t>위키</a:t>
            </a:r>
            <a:r>
              <a:rPr lang="ko-KR" altLang="en-US" dirty="0"/>
              <a:t> </a:t>
            </a:r>
            <a:r>
              <a:rPr lang="ko-KR" altLang="en-US" dirty="0" err="1"/>
              <a:t>팀이슈</a:t>
            </a:r>
            <a:r>
              <a:rPr lang="ko-KR" altLang="en-US" dirty="0"/>
              <a:t> </a:t>
            </a:r>
            <a:r>
              <a:rPr lang="ko-KR" altLang="en-US" dirty="0" err="1"/>
              <a:t>뉴스피드</a:t>
            </a:r>
            <a:r>
              <a:rPr lang="ko-KR" altLang="en-US" dirty="0"/>
              <a:t> </a:t>
            </a:r>
            <a:r>
              <a:rPr lang="ko-KR" altLang="en-US" dirty="0" err="1"/>
              <a:t>정적홈페이지로</a:t>
            </a:r>
            <a:r>
              <a:rPr lang="ko-KR" altLang="en-US" dirty="0"/>
              <a:t> 이루어져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930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위키는</a:t>
            </a:r>
            <a:r>
              <a:rPr lang="ko-KR" altLang="en-US" dirty="0"/>
              <a:t> </a:t>
            </a:r>
            <a:r>
              <a:rPr lang="ko-KR" altLang="en-US" dirty="0" err="1"/>
              <a:t>오픈스택과</a:t>
            </a:r>
            <a:r>
              <a:rPr lang="ko-KR" altLang="en-US" dirty="0"/>
              <a:t> </a:t>
            </a:r>
            <a:r>
              <a:rPr lang="ko-KR" altLang="en-US" dirty="0" err="1"/>
              <a:t>쥐피엘로</a:t>
            </a:r>
            <a:r>
              <a:rPr lang="ko-KR" altLang="en-US" dirty="0"/>
              <a:t> 구성할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아래의 </a:t>
            </a:r>
            <a:r>
              <a:rPr lang="ko-KR" altLang="en-US" dirty="0" err="1"/>
              <a:t>다섯가지</a:t>
            </a:r>
            <a:r>
              <a:rPr lang="ko-KR" altLang="en-US" dirty="0"/>
              <a:t> 소제목을 기본 틀로 잡고 </a:t>
            </a:r>
            <a:endParaRPr lang="en-US" altLang="ko-KR" dirty="0"/>
          </a:p>
          <a:p>
            <a:r>
              <a:rPr lang="ko-KR" altLang="en-US" dirty="0"/>
              <a:t>각 소제목에 해당하는 정보들을 팀원들이 꾸준히 업데이트 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소제목은 필요에 따라 추가될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개요 활용영역</a:t>
            </a:r>
            <a:r>
              <a:rPr lang="en-US" altLang="ko-KR" dirty="0"/>
              <a:t> </a:t>
            </a:r>
            <a:r>
              <a:rPr lang="ko-KR" altLang="en-US" dirty="0"/>
              <a:t>및 현황 적용되는 기술</a:t>
            </a:r>
            <a:r>
              <a:rPr lang="en-US" altLang="ko-KR" dirty="0"/>
              <a:t>, </a:t>
            </a:r>
            <a:r>
              <a:rPr lang="ko-KR" altLang="en-US" dirty="0"/>
              <a:t>장단점을 업데이트하고</a:t>
            </a:r>
            <a:endParaRPr lang="en-US" altLang="ko-KR" dirty="0"/>
          </a:p>
          <a:p>
            <a:r>
              <a:rPr lang="ko-KR" altLang="en-US" dirty="0"/>
              <a:t>같은 분야의 </a:t>
            </a:r>
            <a:r>
              <a:rPr lang="en-US" altLang="ko-KR" dirty="0"/>
              <a:t>OSS</a:t>
            </a:r>
            <a:r>
              <a:rPr lang="ko-KR" altLang="en-US" dirty="0"/>
              <a:t>와 비교하는 항목도 업데이트 할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 가지 </a:t>
            </a:r>
            <a:r>
              <a:rPr lang="en-US" altLang="ko-KR" dirty="0"/>
              <a:t>OSS </a:t>
            </a:r>
            <a:r>
              <a:rPr lang="ko-KR" altLang="en-US" dirty="0"/>
              <a:t>뿐만이 아니라 팀원이 흥미롭다고 생각하는 </a:t>
            </a:r>
            <a:r>
              <a:rPr lang="en-US" altLang="ko-KR" dirty="0"/>
              <a:t>OSS</a:t>
            </a:r>
            <a:r>
              <a:rPr lang="ko-KR" altLang="en-US" dirty="0"/>
              <a:t>가 있으면</a:t>
            </a:r>
            <a:endParaRPr lang="en-US" altLang="ko-KR" dirty="0"/>
          </a:p>
          <a:p>
            <a:r>
              <a:rPr lang="ko-KR" altLang="en-US" dirty="0" err="1"/>
              <a:t>위키의</a:t>
            </a:r>
            <a:r>
              <a:rPr lang="ko-KR" altLang="en-US" dirty="0"/>
              <a:t> 새로운 페이지를 만들어 해당 </a:t>
            </a:r>
            <a:r>
              <a:rPr lang="en-US" altLang="ko-KR" dirty="0"/>
              <a:t>OSS</a:t>
            </a:r>
            <a:r>
              <a:rPr lang="ko-KR" altLang="en-US" dirty="0"/>
              <a:t>에 대한 </a:t>
            </a:r>
            <a:r>
              <a:rPr lang="ko-KR" altLang="en-US" dirty="0" err="1"/>
              <a:t>위키를</a:t>
            </a:r>
            <a:r>
              <a:rPr lang="ko-KR" altLang="en-US" dirty="0"/>
              <a:t> </a:t>
            </a:r>
            <a:r>
              <a:rPr lang="ko-KR" altLang="en-US" dirty="0" err="1"/>
              <a:t>엡데이트</a:t>
            </a:r>
            <a:r>
              <a:rPr lang="ko-KR" altLang="en-US" dirty="0"/>
              <a:t> 할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08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팀 이슈는 팀원들이 알아야 하는 내용을 업데이트 하는 공지사항으로 사용할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03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팀원은 팀에서 진행한 </a:t>
            </a:r>
            <a:r>
              <a:rPr lang="ko-KR" altLang="en-US" dirty="0" err="1"/>
              <a:t>오픈스택과</a:t>
            </a:r>
            <a:r>
              <a:rPr lang="ko-KR" altLang="en-US" dirty="0"/>
              <a:t> </a:t>
            </a:r>
            <a:r>
              <a:rPr lang="en-US" altLang="ko-KR" dirty="0"/>
              <a:t>GPL </a:t>
            </a:r>
            <a:r>
              <a:rPr lang="ko-KR" altLang="en-US" dirty="0"/>
              <a:t>프로젝트를 </a:t>
            </a:r>
            <a:r>
              <a:rPr lang="en-US" altLang="ko-KR" dirty="0"/>
              <a:t>Follow </a:t>
            </a:r>
            <a:r>
              <a:rPr lang="ko-KR" altLang="en-US" dirty="0"/>
              <a:t>또는 </a:t>
            </a:r>
            <a:r>
              <a:rPr lang="en-US" altLang="ko-KR" dirty="0"/>
              <a:t>Watch </a:t>
            </a:r>
            <a:r>
              <a:rPr lang="ko-KR" altLang="en-US" dirty="0"/>
              <a:t>할 것입니다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뉴스피드를</a:t>
            </a:r>
            <a:r>
              <a:rPr lang="ko-KR" altLang="en-US" dirty="0"/>
              <a:t> 통해 알게 되는 정보를 팀 페이지의 </a:t>
            </a:r>
            <a:r>
              <a:rPr lang="ko-KR" altLang="en-US" dirty="0" err="1"/>
              <a:t>위키에</a:t>
            </a:r>
            <a:r>
              <a:rPr lang="ko-KR" altLang="en-US" dirty="0"/>
              <a:t> 지속적으로 업데이트 하여 </a:t>
            </a:r>
            <a:r>
              <a:rPr lang="ko-KR" altLang="en-US" dirty="0" err="1"/>
              <a:t>위키의</a:t>
            </a:r>
            <a:r>
              <a:rPr lang="ko-KR" altLang="en-US" dirty="0"/>
              <a:t> 내용을 조금 더 알차게 만들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클라우드와</a:t>
            </a:r>
            <a:r>
              <a:rPr lang="ko-KR" altLang="en-US" dirty="0"/>
              <a:t> </a:t>
            </a:r>
            <a:r>
              <a:rPr lang="en-US" altLang="ko-KR" dirty="0"/>
              <a:t>Linux</a:t>
            </a:r>
            <a:r>
              <a:rPr lang="ko-KR" altLang="en-US" dirty="0"/>
              <a:t>에 관련된 다른 프로젝트도 </a:t>
            </a:r>
            <a:r>
              <a:rPr lang="en-US" altLang="ko-KR" dirty="0"/>
              <a:t>Follow </a:t>
            </a:r>
            <a:r>
              <a:rPr lang="ko-KR" altLang="en-US" dirty="0"/>
              <a:t>또는</a:t>
            </a:r>
            <a:r>
              <a:rPr lang="en-US" altLang="ko-KR" dirty="0"/>
              <a:t> Watch </a:t>
            </a:r>
            <a:r>
              <a:rPr lang="ko-KR" altLang="en-US" dirty="0"/>
              <a:t>하면서</a:t>
            </a:r>
            <a:endParaRPr lang="en-US" altLang="ko-KR" dirty="0"/>
          </a:p>
          <a:p>
            <a:r>
              <a:rPr lang="ko-KR" altLang="en-US" dirty="0"/>
              <a:t>추가적으로 업데이트할 내용이 </a:t>
            </a:r>
            <a:r>
              <a:rPr lang="ko-KR" altLang="en-US" dirty="0" err="1"/>
              <a:t>뉴스피드에서</a:t>
            </a:r>
            <a:r>
              <a:rPr lang="ko-KR" altLang="en-US" dirty="0"/>
              <a:t> 발견된다면 즉시 업데이트 할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84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홈페이지는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간단히 팀원을 소개하는 페이지와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그동한</a:t>
            </a:r>
            <a:r>
              <a:rPr lang="ko-KR" altLang="en-US" dirty="0"/>
              <a:t> 했던 발표자료를 통해 </a:t>
            </a:r>
            <a:r>
              <a:rPr lang="ko-KR" altLang="en-US" dirty="0" err="1"/>
              <a:t>오픈스택과</a:t>
            </a:r>
            <a:r>
              <a:rPr lang="ko-KR" altLang="en-US" dirty="0"/>
              <a:t> </a:t>
            </a:r>
            <a:r>
              <a:rPr lang="en-US" altLang="ko-KR" dirty="0"/>
              <a:t>GPL</a:t>
            </a:r>
            <a:r>
              <a:rPr lang="ko-KR" altLang="en-US" dirty="0"/>
              <a:t>을 소개하는 페이지를 마련할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관련단체 및 프로젝트에 대해 설명하는 페이지를 만들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이러한 자료들은 </a:t>
            </a:r>
            <a:r>
              <a:rPr lang="en-US" altLang="ko-KR" dirty="0"/>
              <a:t>Wiki</a:t>
            </a:r>
            <a:r>
              <a:rPr lang="ko-KR" altLang="en-US" dirty="0"/>
              <a:t>에 작성한 자료들을 참고하여 업데이트 될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F131E-E43D-44B8-AEE2-076F6329436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65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72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82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2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46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0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77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4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56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3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9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0433B-DBD8-4EAA-A6DC-7FE670D0D814}" type="datetimeFigureOut">
              <a:rPr lang="ko-KR" altLang="en-US" smtClean="0"/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74CD7-988B-44CF-A35B-F74041ACDF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7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6245" y="1895066"/>
            <a:ext cx="89534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r>
              <a:rPr lang="en-US" altLang="ko-KR" sz="32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사이트</a:t>
            </a:r>
            <a:endParaRPr lang="en-US" altLang="ko-KR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계획</a:t>
            </a:r>
            <a:endParaRPr lang="en-US" altLang="ko-KR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70514" y="2772229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906245" y="2032000"/>
            <a:ext cx="0" cy="1480458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4742" y="5588000"/>
            <a:ext cx="656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</a:rPr>
              <a:t>윷팀</a:t>
            </a:r>
            <a:r>
              <a:rPr lang="ko-KR" altLang="en-US" sz="2400" b="1" dirty="0">
                <a:solidFill>
                  <a:schemeClr val="bg1"/>
                </a:solidFill>
              </a:rPr>
              <a:t> 안승민 김재헌   </a:t>
            </a:r>
          </a:p>
        </p:txBody>
      </p:sp>
    </p:spTree>
    <p:extLst>
      <p:ext uri="{BB962C8B-B14F-4D97-AF65-F5344CB8AC3E}">
        <p14:creationId xmlns:p14="http://schemas.microsoft.com/office/powerpoint/2010/main" val="90076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9274" y="232229"/>
            <a:ext cx="8953411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3543" y="972458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79274" y="232229"/>
            <a:ext cx="0" cy="957942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42532" y="1603828"/>
            <a:ext cx="4287068" cy="387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위키</a:t>
            </a:r>
            <a:endParaRPr lang="en-US" altLang="ko-KR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이슈</a:t>
            </a:r>
            <a:endParaRPr lang="en-US" altLang="ko-KR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뉴스 </a:t>
            </a: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</a:t>
            </a:r>
            <a:endParaRPr lang="en-US" altLang="ko-KR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정적 홈페이지</a:t>
            </a:r>
          </a:p>
        </p:txBody>
      </p:sp>
    </p:spTree>
    <p:extLst>
      <p:ext uri="{BB962C8B-B14F-4D97-AF65-F5344CB8AC3E}">
        <p14:creationId xmlns:p14="http://schemas.microsoft.com/office/powerpoint/2010/main" val="180993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9274" y="232229"/>
            <a:ext cx="8953411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위키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3543" y="972458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79274" y="232229"/>
            <a:ext cx="0" cy="957942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274" y="1340379"/>
            <a:ext cx="104919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OpenStack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Linux (GNU)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주제로 구성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개요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	2.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활용 영역 및 현황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3.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적용되는 기술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4.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장단점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5.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다른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OSS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와 비교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56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9274" y="232229"/>
            <a:ext cx="8953411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이슈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43543" y="972458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79274" y="232229"/>
            <a:ext cx="0" cy="957942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오픈스택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0" y="-217121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79274" y="1340379"/>
            <a:ext cx="104919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팀 공지사항으로 사용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해야할 일 혹은 팀원끼리 토론해서 처리해야 할 사항을 기록하여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일이 끝난 후에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Close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</a:p>
        </p:txBody>
      </p:sp>
    </p:spTree>
    <p:extLst>
      <p:ext uri="{BB962C8B-B14F-4D97-AF65-F5344CB8AC3E}">
        <p14:creationId xmlns:p14="http://schemas.microsoft.com/office/powerpoint/2010/main" val="254172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9274" y="232229"/>
            <a:ext cx="8953411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뉴스 </a:t>
            </a: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3543" y="972458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79274" y="232229"/>
            <a:ext cx="0" cy="957942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오픈스택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0" y="-217121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79274" y="1340379"/>
            <a:ext cx="104919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 </a:t>
            </a:r>
            <a:r>
              <a:rPr lang="en-US" altLang="ko-KR" sz="2400" b="1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OpenStack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과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Linux (GNU)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을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Watch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2. News Feeds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를 통해 정보를 알 수 있게 업데이트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3. Cloud (OpenStack)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Linux (GNU)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관련 관심 있는 프로젝트도</a:t>
            </a:r>
            <a:b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</a:b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   Watch</a:t>
            </a:r>
            <a:endParaRPr lang="ko-KR" altLang="en-US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17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9274" y="232229"/>
            <a:ext cx="8953411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정적 홈페이지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43543" y="972458"/>
            <a:ext cx="3294743" cy="0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79274" y="232229"/>
            <a:ext cx="0" cy="957942"/>
          </a:xfrm>
          <a:prstGeom prst="line">
            <a:avLst/>
          </a:prstGeom>
          <a:ln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오픈스택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0" y="-217121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79274" y="1340379"/>
            <a:ext cx="104919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간단한 팀원 소개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	2.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발표자료 소개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3.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관련 단체 및 프로젝트의 소개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    - OpenStack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	    - Linux (GNU)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374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238</Words>
  <Application>Microsoft Office PowerPoint</Application>
  <PresentationFormat>와이드스크린</PresentationFormat>
  <Paragraphs>68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HY신명조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CAK</dc:creator>
  <cp:lastModifiedBy>조은현</cp:lastModifiedBy>
  <cp:revision>23</cp:revision>
  <dcterms:created xsi:type="dcterms:W3CDTF">2016-11-15T07:46:04Z</dcterms:created>
  <dcterms:modified xsi:type="dcterms:W3CDTF">2016-11-15T16:06:20Z</dcterms:modified>
</cp:coreProperties>
</file>